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1E82"/>
    <a:srgbClr val="9725AC"/>
    <a:srgbClr val="6829C7"/>
    <a:srgbClr val="223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2FDF2-95A5-54E3-B01D-08FEBB116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F22E70-16D9-5B2A-FAB6-69EB33B33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078407-A7BD-04AE-E006-C8178678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6614C0-F11B-56D0-D70F-0D020D1F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E41765-867E-9F71-EAF6-397529B9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27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6BF3B-3AB2-FE1D-E7FA-BA20859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1F6B16-79CB-8B44-0F67-1A115003E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87684A-EF8D-748A-EDE4-621C7F10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11291F-CEBB-F948-D525-1EEB7978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5B3B0D-7CDD-DF18-686B-64509299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13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4E3B34-A352-954E-38CD-1A3F0A8F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DE3AD1-23E0-F251-4FD7-C640D272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2B3F55-E081-416F-2783-6622EF0E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535ED0-BBDD-9F84-4CD6-A058B534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EBA352-0DA0-A1B4-B387-964781CD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41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9836A2-3CA0-000F-5177-1303D57E3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7C7DC4-B042-DF46-A79A-AC43B5063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D7E441-C692-45EF-6F3B-4CA4E4861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18458E-7E76-12AF-02B4-2A2FCF91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D75425-3B06-0794-2FD1-55795BD0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0C19558-0B9A-3135-C983-8EABBA5F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71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FDC39-D4FA-D843-8E1E-1095719F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80A189-C406-34C9-C92A-309B8F024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98FAA6-5955-4A0E-9BF4-5F3A3B977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7C6FAF1-4A39-236D-429D-CF965BDCB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878A3D4-58D0-9ECA-E178-8F1ACEE58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AF185A5-D772-5D8E-2EFC-6637C6B7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C657F6-8C77-31FD-CB2C-E474A674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D9A176-E058-9D03-6F3A-BA556E68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22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4A17F2-1E78-086B-DBB2-D61BEA550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0765FDC-8EF3-724A-96EC-DF646B77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282424-7D08-0D3A-4DAF-D5714AD4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6C34D81-6D80-DB2F-9EC0-AFE57F2C1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91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76DE9A-34FA-DA44-398A-C00422A8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E3422E1-D52F-475E-5B50-32C2E8DC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EEA461-16C6-D61F-CE87-CA17C905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31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1F42E0-A54B-71D6-2221-628E369F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211B2E-6EF3-3C8F-A750-FF5652F8B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5D34AF-3794-4EBF-5CC7-C2094A3AE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E3261B-1876-ED65-AA68-8E1F78B6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C6116B-BA87-E654-7868-2DE3AF65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2CFB94-AAFF-FBEA-7A74-D76371F2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55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3AC562-B6A0-BB3A-50B3-E67DF237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DB06D8F-2C07-7954-7E99-09169FD07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28618C-4059-D7D9-4A88-C1BBC83EE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E9C516-C143-379C-45B8-A5B3D878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319737-4954-8FD2-98FA-04C83BC9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3485E4-AC38-5D80-73C7-E1D38A5A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62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D5EE85-D37D-DC9A-BE66-7AB306618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ED647B-A4FB-98B5-2FD1-4FCDDF235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743D55-82AB-D97D-3B04-C7461820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1B024E-29BC-EE95-5A50-67D0D1648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A6D9EF-79CD-1890-2C8B-3C4CF91D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89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34897CB-CCFE-A7B3-E758-7E6623F35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1EC5EA-BF07-A0E6-637D-4817D02B7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98B906-F928-F30D-931C-AECCCF08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098FCA-2F92-4A22-4A09-9FB5DB06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D04BCF-ADFA-D700-8E28-E31F7FB0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70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BCCBA72-C02F-550E-4B81-C0937E74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3C3340-E62B-C92A-7338-C26551C43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14811D-416E-BB7D-64A0-B406B033C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2127F-E05F-4833-9E06-2408268604BD}" type="datetimeFigureOut">
              <a:rPr lang="zh-TW" altLang="en-US" smtClean="0"/>
              <a:t>2026/1/11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48D6D0-3467-A7A6-E69A-24CE2FE76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22F328-7FB3-4D4D-7EFA-5756D6B25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F535-B1C5-4D17-B536-D77B2669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73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F16A71C-1B3D-5A6C-EE78-A962B24DC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011" y="0"/>
            <a:ext cx="7009978" cy="685800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ED8D8762-BE90-BA4F-E4C8-0032B4F152B4}"/>
              </a:ext>
            </a:extLst>
          </p:cNvPr>
          <p:cNvSpPr/>
          <p:nvPr/>
        </p:nvSpPr>
        <p:spPr>
          <a:xfrm>
            <a:off x="4861367" y="2990850"/>
            <a:ext cx="2453833" cy="1148715"/>
          </a:xfrm>
          <a:prstGeom prst="roundRect">
            <a:avLst/>
          </a:prstGeom>
          <a:gradFill>
            <a:gsLst>
              <a:gs pos="0">
                <a:srgbClr val="2230F0">
                  <a:alpha val="52000"/>
                </a:srgbClr>
              </a:gs>
              <a:gs pos="36000">
                <a:srgbClr val="6829C7">
                  <a:alpha val="55000"/>
                </a:srgbClr>
              </a:gs>
              <a:gs pos="70000">
                <a:srgbClr val="9725AC">
                  <a:alpha val="55000"/>
                </a:srgbClr>
              </a:gs>
              <a:gs pos="100000">
                <a:srgbClr val="DD1E82">
                  <a:alpha val="55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點我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329D9A0-4036-665E-14B4-B314CA31F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980" y="3207244"/>
            <a:ext cx="840500" cy="8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05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wei lin</dc:creator>
  <cp:lastModifiedBy>wei lin</cp:lastModifiedBy>
  <cp:revision>2</cp:revision>
  <dcterms:created xsi:type="dcterms:W3CDTF">2024-04-22T14:37:39Z</dcterms:created>
  <dcterms:modified xsi:type="dcterms:W3CDTF">2026-01-11T15:45:34Z</dcterms:modified>
</cp:coreProperties>
</file>